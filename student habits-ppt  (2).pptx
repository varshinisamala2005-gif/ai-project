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85" r:id="rId13"/>
    <p:sldId id="289" r:id="rId14"/>
    <p:sldId id="290" r:id="rId15"/>
    <p:sldId id="291" r:id="rId16"/>
    <p:sldId id="292" r:id="rId17"/>
    <p:sldId id="287" r:id="rId18"/>
    <p:sldId id="278" r:id="rId19"/>
    <p:sldId id="279" r:id="rId20"/>
    <p:sldId id="281" r:id="rId21"/>
    <p:sldId id="282" r:id="rId22"/>
    <p:sldId id="283" r:id="rId23"/>
    <p:sldId id="286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7975D3-BCDB-421F-8239-3F90A19C7B99}" v="19" dt="2026-03-14T09:59:56.8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>
      <p:cViewPr varScale="1">
        <p:scale>
          <a:sx n="78" d="100"/>
          <a:sy n="78" d="100"/>
        </p:scale>
        <p:origin x="155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217D5-D57D-48C8-AAC5-C2C9FF75696A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A206-1131-450A-B98A-6124CD1C2D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217D5-D57D-48C8-AAC5-C2C9FF75696A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A206-1131-450A-B98A-6124CD1C2D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217D5-D57D-48C8-AAC5-C2C9FF75696A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A206-1131-450A-B98A-6124CD1C2D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217D5-D57D-48C8-AAC5-C2C9FF75696A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A206-1131-450A-B98A-6124CD1C2D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217D5-D57D-48C8-AAC5-C2C9FF75696A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A206-1131-450A-B98A-6124CD1C2D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217D5-D57D-48C8-AAC5-C2C9FF75696A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A206-1131-450A-B98A-6124CD1C2D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217D5-D57D-48C8-AAC5-C2C9FF75696A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A206-1131-450A-B98A-6124CD1C2D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217D5-D57D-48C8-AAC5-C2C9FF75696A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A206-1131-450A-B98A-6124CD1C2D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217D5-D57D-48C8-AAC5-C2C9FF75696A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A206-1131-450A-B98A-6124CD1C2D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217D5-D57D-48C8-AAC5-C2C9FF75696A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A206-1131-450A-B98A-6124CD1C2D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217D5-D57D-48C8-AAC5-C2C9FF75696A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A206-1131-450A-B98A-6124CD1C2D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217D5-D57D-48C8-AAC5-C2C9FF75696A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6A206-1131-450A-B98A-6124CD1C2DB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28600"/>
            <a:ext cx="7848600" cy="3048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ACADEMIC PERFORMANCE PREDICTION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STUDENT HABIT DATA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5000" y="3429000"/>
            <a:ext cx="6858000" cy="1752600"/>
          </a:xfrm>
        </p:spPr>
        <p:txBody>
          <a:bodyPr>
            <a:normAutofit fontScale="40000" lnSpcReduction="20000"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				</a:t>
            </a:r>
            <a:r>
              <a:rPr 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endParaRPr lang="en-US" sz="3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        S.VARSHINI                      23UE1A7349</a:t>
            </a:r>
          </a:p>
          <a:p>
            <a:r>
              <a:rPr 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         M.ADHINARAYANA        23UE1A7302</a:t>
            </a:r>
          </a:p>
          <a:p>
            <a:r>
              <a:rPr 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         S.SHOHEB                          23UE1A7328</a:t>
            </a:r>
          </a:p>
          <a:p>
            <a:r>
              <a:rPr 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	                  T.MOUNIKA 	  23UE5A7318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300" dirty="0"/>
              <a:t>Abstract</a:t>
            </a:r>
          </a:p>
          <a:p>
            <a:r>
              <a:rPr lang="en-US" sz="3300" dirty="0"/>
              <a:t>Introduction</a:t>
            </a:r>
          </a:p>
          <a:p>
            <a:r>
              <a:rPr lang="en-US" sz="3300" dirty="0"/>
              <a:t>Existing and Proposed System</a:t>
            </a:r>
          </a:p>
          <a:p>
            <a:r>
              <a:rPr lang="en-US" sz="3300" dirty="0"/>
              <a:t>Literature Survey</a:t>
            </a:r>
          </a:p>
          <a:p>
            <a:r>
              <a:rPr lang="en-US" sz="3300" dirty="0"/>
              <a:t>System Specifications</a:t>
            </a:r>
          </a:p>
          <a:p>
            <a:r>
              <a:rPr lang="en-US" sz="3300" dirty="0"/>
              <a:t>System Design</a:t>
            </a:r>
          </a:p>
          <a:p>
            <a:r>
              <a:rPr lang="en-US" sz="3300" dirty="0"/>
              <a:t>Modules</a:t>
            </a:r>
          </a:p>
          <a:p>
            <a:r>
              <a:rPr lang="en-US" sz="3300" dirty="0"/>
              <a:t>Screenshots</a:t>
            </a:r>
          </a:p>
          <a:p>
            <a:r>
              <a:rPr lang="en-US" sz="3300" dirty="0"/>
              <a:t>Future Scope</a:t>
            </a:r>
          </a:p>
          <a:p>
            <a:r>
              <a:rPr lang="en-US" sz="3300" dirty="0"/>
              <a:t>Conclusion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229600" cy="4800600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predicts student exam scores using machine learning algorithms.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factors such as study hours, sleep time, attendance, social media usage, exercise, and mental health.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cleaned, processed, and trained using a regression model to find relationships between habits and performance.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GUI interface allows users to input data and instantly receive predicted exam scores.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30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is important for student success, and many factors affect academic performance.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analyze data and identify patterns in student behavior.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predicts exam scores using habits like study hours, sleep, attendance, and social media usage.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is evaluated mainly using exam marks, assignments, and attendance.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manually based on marks and classroom observation.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do not consider lifestyle factors like sleep, study habits, and social media usage.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of this, it is difficult to understand the real reasons behind academic performance.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machine learning algorithms to predict student exam performance based on their daily habits.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factors such as study hours, sleep time, attendance, social media usage, exercise, and mental health.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processed and trained using a regression model to learn the relationship between habits and exam scores.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8276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Machine Learning in Smart Academic Performance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Student Habit Data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391636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Saving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Results are generated quickly after entering data.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Understanding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Shows how lifestyle habits affect academic performance.</a:t>
            </a:r>
          </a:p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Machine learning improves prediction accuracy using multiple factors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Friendly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Simple GUI created using Python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1477962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Machine Learning in Smart Academic Performance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Student Habit Data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Prediction accuracy depends on the quality and size of the dataset.</a:t>
            </a:r>
          </a:p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Factors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system may not include all real-life factors affecting student performance.</a:t>
            </a:r>
          </a:p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Errors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Machine learning models may sometimes produce inaccurate results.</a:t>
            </a:r>
          </a:p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Setup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system needs proper software and programming knowledge to run.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studies show that machine learning can effectively </a:t>
            </a:r>
            <a:r>
              <a:rPr lang="en-GB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data to predict academic performance.</a:t>
            </a:r>
          </a:p>
          <a:p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have used algorithms like Linear Regression to study the relationship between student habits and exam results.</a:t>
            </a:r>
          </a:p>
          <a:p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studies highlight that factors such as study hours, attendance, sleep patterns, and lifestyle habits strongly influence academic success.</a:t>
            </a:r>
          </a:p>
          <a:p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research works inspired the development of systems that use student habit data to predict performance and support better academic planning</a:t>
            </a:r>
            <a:r>
              <a:rPr lang="en-GB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Specifications</a:t>
            </a:r>
            <a:b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US" sz="3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i3 processor or above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GB or more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40 GB or higher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8 or above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Language: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System Design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/>
          <a:lstStyle/>
          <a:p>
            <a:r>
              <a:rPr lang="en-IN" sz="2400" b="1" dirty="0"/>
              <a:t>SYSTEM ARCITECTURE:</a:t>
            </a:r>
            <a:endParaRPr lang="en-US" sz="2400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715DF1-D2B4-F8A1-0FF8-55FF424ED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600201"/>
            <a:ext cx="67056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1143000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diagram explains how we predict Academic performance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student habit data by looking at many things: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en-GB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Input </a:t>
            </a: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user enters student habits like study hours, sleep time, and attendance in the </a:t>
            </a:r>
            <a:r>
              <a:rPr lang="en-GB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interface.</a:t>
            </a:r>
          </a:p>
          <a:p>
            <a:pPr>
              <a:lnSpc>
                <a:spcPct val="120000"/>
              </a:lnSpc>
            </a:pPr>
            <a:r>
              <a:rPr lang="en-GB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</a:t>
            </a: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input data is processed using NumPy.</a:t>
            </a:r>
          </a:p>
          <a:p>
            <a:pPr>
              <a:lnSpc>
                <a:spcPct val="120000"/>
              </a:lnSpc>
            </a:pP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– The processed data is sent to the trained ML model.</a:t>
            </a:r>
          </a:p>
          <a:p>
            <a:pPr>
              <a:lnSpc>
                <a:spcPct val="120000"/>
              </a:lnSpc>
            </a:pPr>
            <a:r>
              <a:rPr lang="en-GB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model </a:t>
            </a:r>
            <a:r>
              <a:rPr lang="en-GB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habits and predicts the exam score.</a:t>
            </a:r>
          </a:p>
          <a:p>
            <a:pPr>
              <a:lnSpc>
                <a:spcPct val="120000"/>
              </a:lnSpc>
            </a:pPr>
            <a:r>
              <a:rPr lang="en-GB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Display </a:t>
            </a: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predicted score is shown in the result display of the GUI.</a:t>
            </a:r>
            <a:br>
              <a:rPr lang="en-US" sz="5100" dirty="0"/>
            </a:br>
            <a:endParaRPr lang="en-US" sz="51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13635-4C90-F7FC-1431-306F003DC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Diagrams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IN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8B9C67-D74D-00B3-BCB7-1D300EC7A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81200"/>
            <a:ext cx="8229600" cy="353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174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1BC01-4A8A-2D1D-6D9E-96A0194C3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F7F206-4F48-09EB-7056-89D2DA916D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8806" y="1600200"/>
            <a:ext cx="7486387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539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EB2E0-9C3A-CF36-E7DC-9148C2B5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Collabration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Diagram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1D8136-F269-FB21-A9BE-6252EE656E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362201"/>
            <a:ext cx="8229600" cy="226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138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21AF4-CF96-D62E-A40A-91D46C5DE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194F567-C79F-6F16-5F4C-E6D38ADAA0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2200" y="1600200"/>
            <a:ext cx="426720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097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0785-D635-3AA4-3B82-20FA7A58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92C4-B468-ACD1-F172-4EDF4066D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1)Login Page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2)Home Page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3)Predicate 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646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685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3806F-B953-E88F-6F70-0689E5E02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81200"/>
            <a:ext cx="822960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8C4202F-D58A-231A-AD8E-6F332E2C87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05781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Data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1213F56-5D1F-4196-95D7-897AC2CE69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18" y="1828800"/>
            <a:ext cx="7600763" cy="429736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868362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48200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improved by using larger and real-time student datasets for better prediction accuracy.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machine learning or deep learning models can be implemented to improve performance.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developed into a web or mobile application for easier access.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also provide personalized study suggestions to help students improve their performance.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This project demonstrates how machine learning can be used to predict student academic performance.</a:t>
            </a:r>
          </a:p>
          <a:p>
            <a:r>
              <a:rPr lang="en-GB" sz="2800" dirty="0"/>
              <a:t>It </a:t>
            </a:r>
            <a:r>
              <a:rPr lang="en-GB" sz="2800" dirty="0" err="1"/>
              <a:t>analyzes</a:t>
            </a:r>
            <a:r>
              <a:rPr lang="en-GB" sz="2800" dirty="0"/>
              <a:t> different factors like study habits, sleep, and attendance that influence exam results.</a:t>
            </a:r>
          </a:p>
          <a:p>
            <a:r>
              <a:rPr lang="en-GB" sz="2800" dirty="0"/>
              <a:t>The </a:t>
            </a:r>
            <a:r>
              <a:rPr lang="en-GB" sz="2800" dirty="0" err="1"/>
              <a:t>Tkinter</a:t>
            </a:r>
            <a:r>
              <a:rPr lang="en-GB" sz="2800" dirty="0"/>
              <a:t>-based interface makes the system simple and user-friendly.</a:t>
            </a:r>
          </a:p>
          <a:p>
            <a:r>
              <a:rPr lang="en-GB" sz="2800" dirty="0"/>
              <a:t>With further improvements and more data, this system can help students and teachers improve learning outcomes.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2400" y="6096000"/>
            <a:ext cx="7086600" cy="411162"/>
          </a:xfrm>
        </p:spPr>
        <p:txBody>
          <a:bodyPr>
            <a:noAutofit/>
          </a:bodyPr>
          <a:lstStyle/>
          <a:p>
            <a:br>
              <a:rPr lang="en-US" sz="1200" b="1" dirty="0"/>
            </a:br>
            <a:endParaRPr lang="en-US" sz="1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D40473-C30F-5B2C-0801-092551DBC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                    </a:t>
            </a:r>
          </a:p>
          <a:p>
            <a:pPr marL="0" indent="0">
              <a:buNone/>
            </a:pPr>
            <a:r>
              <a:rPr lang="en-GB" b="1" dirty="0"/>
              <a:t>                               THANK YOU</a:t>
            </a:r>
            <a:endParaRPr lang="en-IN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829</Words>
  <Application>Microsoft Office PowerPoint</Application>
  <PresentationFormat>On-screen Show (4:3)</PresentationFormat>
  <Paragraphs>96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SMART ACADEMIC PERFORMANCE PREDICTION USING STUDENT HABIT DATA USING MACHINE LEARNING</vt:lpstr>
      <vt:lpstr>AGENDA</vt:lpstr>
      <vt:lpstr>Abstract</vt:lpstr>
      <vt:lpstr>Introduction </vt:lpstr>
      <vt:lpstr>Existing System</vt:lpstr>
      <vt:lpstr>Proposed System</vt:lpstr>
      <vt:lpstr>Advantages of Machine Learning in Smart Academic Performance Using Student Habit Data </vt:lpstr>
      <vt:lpstr>Drawbacks of Machine Learning in Smart Academic Performance Using Student Habit Data </vt:lpstr>
      <vt:lpstr>Literature Survey </vt:lpstr>
      <vt:lpstr>System Specifications </vt:lpstr>
      <vt:lpstr>System Design </vt:lpstr>
      <vt:lpstr>The diagram explains how we predict Academic performance using student habit data by looking at many things:</vt:lpstr>
      <vt:lpstr>                        Uml Diagrams Usecase Diagram</vt:lpstr>
      <vt:lpstr>Sequence Diagram</vt:lpstr>
      <vt:lpstr>Collabration Diagram</vt:lpstr>
      <vt:lpstr>Class Diagram</vt:lpstr>
      <vt:lpstr>Modules</vt:lpstr>
      <vt:lpstr>ScreenShots </vt:lpstr>
      <vt:lpstr>Home Page</vt:lpstr>
      <vt:lpstr>Output Data</vt:lpstr>
      <vt:lpstr>Future Scope</vt:lpstr>
      <vt:lpstr>Conclusion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FLOOD FORECASTING USING MACHINE LEARNING</dc:title>
  <dc:creator>Hello</dc:creator>
  <cp:lastModifiedBy>Eshwar Manchala</cp:lastModifiedBy>
  <cp:revision>48</cp:revision>
  <dcterms:created xsi:type="dcterms:W3CDTF">2025-01-04T15:30:36Z</dcterms:created>
  <dcterms:modified xsi:type="dcterms:W3CDTF">2026-03-16T09:53:06Z</dcterms:modified>
</cp:coreProperties>
</file>